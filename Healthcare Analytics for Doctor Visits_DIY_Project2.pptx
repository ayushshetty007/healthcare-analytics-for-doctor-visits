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CE060-79D1-4146-976F-3B4DF561E4F7}" v="4" dt="2026-10-01T06:47:24.95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hetty" userId="13a752855a40ac29" providerId="LiveId" clId="{83F866E6-357C-484F-8429-F0CD62FF7984}"/>
    <pc:docChg chg="custSel modSld">
      <pc:chgData name="Ayush Shetty" userId="13a752855a40ac29" providerId="LiveId" clId="{83F866E6-357C-484F-8429-F0CD62FF7984}" dt="2026-10-01T06:47:14.670" v="27" actId="1076"/>
      <pc:docMkLst>
        <pc:docMk/>
      </pc:docMkLst>
      <pc:sldChg chg="modSp mod">
        <pc:chgData name="Ayush Shetty" userId="13a752855a40ac29" providerId="LiveId" clId="{83F866E6-357C-484F-8429-F0CD62FF7984}" dt="2026-10-01T06:47:14.670" v="27" actId="1076"/>
        <pc:sldMkLst>
          <pc:docMk/>
          <pc:sldMk cId="1086225493" sldId="339"/>
        </pc:sldMkLst>
        <pc:spChg chg="mod">
          <ac:chgData name="Ayush Shetty" userId="13a752855a40ac29" providerId="LiveId" clId="{83F866E6-357C-484F-8429-F0CD62FF7984}" dt="2026-10-01T06:47:14.670" v="27" actId="1076"/>
          <ac:spMkLst>
            <pc:docMk/>
            <pc:sldMk cId="1086225493" sldId="339"/>
            <ac:spMk id="9" creationId="{E25373E9-1A26-4A40-9897-E42DE485D8E3}"/>
          </ac:spMkLst>
        </pc:spChg>
      </pc:sldChg>
      <pc:sldChg chg="modSp mod">
        <pc:chgData name="Ayush Shetty" userId="13a752855a40ac29" providerId="LiveId" clId="{83F866E6-357C-484F-8429-F0CD62FF7984}" dt="2026-10-01T06:46:13.525" v="16" actId="14100"/>
        <pc:sldMkLst>
          <pc:docMk/>
          <pc:sldMk cId="203062629" sldId="340"/>
        </pc:sldMkLst>
        <pc:spChg chg="mod">
          <ac:chgData name="Ayush Shetty" userId="13a752855a40ac29" providerId="LiveId" clId="{83F866E6-357C-484F-8429-F0CD62FF7984}" dt="2026-10-01T06:46:13.525" v="16" actId="14100"/>
          <ac:spMkLst>
            <pc:docMk/>
            <pc:sldMk cId="203062629" sldId="340"/>
            <ac:spMk id="9" creationId="{925255C0-7B10-2340-3329-13A8A866B781}"/>
          </ac:spMkLst>
        </pc:spChg>
        <pc:picChg chg="mod">
          <ac:chgData name="Ayush Shetty" userId="13a752855a40ac29" providerId="LiveId" clId="{83F866E6-357C-484F-8429-F0CD62FF7984}" dt="2026-10-01T06:45:24.090" v="2" actId="1076"/>
          <ac:picMkLst>
            <pc:docMk/>
            <pc:sldMk cId="203062629" sldId="340"/>
            <ac:picMk id="5" creationId="{8F37C2F8-553D-7093-3807-E68FB528C3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ushshetty007/Healthcare-Analytics-for-Doctor-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ushshetty007/Healthcare-Analytics-for-Doctor-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Ayush </a:t>
            </a:r>
            <a:r>
              <a:rPr lang="en-US" b="0" dirty="0" err="1">
                <a:solidFill>
                  <a:schemeClr val="tx1"/>
                </a:solidFill>
              </a:rPr>
              <a:t>Madwaraj</a:t>
            </a:r>
            <a:r>
              <a:rPr lang="en-US" b="0" dirty="0">
                <a:solidFill>
                  <a:schemeClr val="tx1"/>
                </a:solidFill>
              </a:rPr>
              <a:t> Shetty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869" y="2481301"/>
            <a:ext cx="6711599" cy="74344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Healthcare Analytics for Doctor Visits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427687"/>
            <a:ext cx="7602998" cy="3607987"/>
          </a:xfrm>
        </p:spPr>
        <p:txBody>
          <a:bodyPr>
            <a:noAutofit/>
          </a:bodyPr>
          <a:lstStyle/>
          <a:p>
            <a:pPr lvl="0"/>
            <a:r>
              <a:rPr lang="en-IN" sz="1600" dirty="0"/>
              <a:t>Healthcare organizations generate large amounts of patient and visit-related data.</a:t>
            </a:r>
          </a:p>
          <a:p>
            <a:pPr lvl="0"/>
            <a:r>
              <a:rPr lang="en-IN" sz="1600" dirty="0"/>
              <a:t>Understanding patterns in doctor visits can help identify important factors associated with healthcare utilization.</a:t>
            </a:r>
          </a:p>
          <a:p>
            <a:pPr lvl="0"/>
            <a:r>
              <a:rPr lang="en-IN" sz="1600" dirty="0"/>
              <a:t>This project </a:t>
            </a:r>
            <a:r>
              <a:rPr lang="en-IN" sz="1600" dirty="0" err="1"/>
              <a:t>analyzes</a:t>
            </a:r>
            <a:r>
              <a:rPr lang="en-IN" sz="1600" dirty="0"/>
              <a:t> a healthcare dataset containing 5,190 patient records.</a:t>
            </a:r>
          </a:p>
          <a:p>
            <a:pPr lvl="0"/>
            <a:r>
              <a:rPr lang="en-IN" sz="1600" dirty="0"/>
              <a:t>The analysis focuses on:</a:t>
            </a:r>
          </a:p>
          <a:p>
            <a:pPr lvl="1"/>
            <a:r>
              <a:rPr lang="en-IN" sz="1600" dirty="0"/>
              <a:t>Number of doctor visits</a:t>
            </a:r>
          </a:p>
          <a:p>
            <a:pPr lvl="1"/>
            <a:r>
              <a:rPr lang="en-IN" sz="1600" dirty="0"/>
              <a:t>Gender and age</a:t>
            </a:r>
          </a:p>
          <a:p>
            <a:pPr lvl="1"/>
            <a:r>
              <a:rPr lang="en-IN" sz="1600" dirty="0"/>
              <a:t>Illness level</a:t>
            </a:r>
          </a:p>
          <a:p>
            <a:pPr lvl="1"/>
            <a:r>
              <a:rPr lang="en-IN" sz="1600" dirty="0"/>
              <a:t>Health condition</a:t>
            </a:r>
          </a:p>
          <a:p>
            <a:pPr lvl="1"/>
            <a:r>
              <a:rPr lang="en-IN" sz="1600" dirty="0"/>
              <a:t>Income and other healthcare-related variables</a:t>
            </a:r>
          </a:p>
          <a:p>
            <a:pPr lvl="0"/>
            <a:r>
              <a:rPr lang="en-IN" sz="1600" dirty="0"/>
              <a:t>The objective is to identify meaningful patterns in doctor visit frequency using exploratory data analysis.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84" y="193040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EE58CD-6095-F565-784F-6F15BA3564DC}"/>
              </a:ext>
            </a:extLst>
          </p:cNvPr>
          <p:cNvSpPr txBox="1"/>
          <p:nvPr/>
        </p:nvSpPr>
        <p:spPr>
          <a:xfrm>
            <a:off x="595084" y="1075015"/>
            <a:ext cx="958461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This project performs </a:t>
            </a:r>
            <a:r>
              <a:rPr lang="en-IN" sz="1600" b="1" dirty="0"/>
              <a:t>exploratory data analysis (EDA)</a:t>
            </a:r>
            <a:r>
              <a:rPr lang="en-IN" sz="1600" dirty="0"/>
              <a:t> on healthcare data to understand patterns in doctor visits.</a:t>
            </a:r>
          </a:p>
          <a:p>
            <a:pPr>
              <a:buNone/>
            </a:pPr>
            <a:r>
              <a:rPr lang="en-IN" sz="1600" b="1" dirty="0"/>
              <a:t>Dataset Overview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5,190 records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13 variables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No missing values were found.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Doctor visits range from </a:t>
            </a:r>
            <a:r>
              <a:rPr lang="en-IN" sz="1600" b="1" dirty="0"/>
              <a:t>0 to 9</a:t>
            </a:r>
            <a:r>
              <a:rPr lang="en-IN" sz="16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The dataset includes demographic, health, illness, insurance and chronic-condition variables.</a:t>
            </a:r>
          </a:p>
          <a:p>
            <a:pPr>
              <a:buNone/>
            </a:pPr>
            <a:r>
              <a:rPr lang="en-IN" sz="1600" b="1" dirty="0"/>
              <a:t>Analysis Performed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Statistical summary of the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Distribution of doctor visits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Gender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Age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Comparison of doctor visits by gender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Relationship between illness level and average doctor visits</a:t>
            </a:r>
          </a:p>
          <a:p>
            <a:pPr>
              <a:buNone/>
            </a:pPr>
            <a:r>
              <a:rPr lang="en-IN" sz="1600" b="1" dirty="0"/>
              <a:t>Key objective:</a:t>
            </a:r>
            <a:br>
              <a:rPr lang="en-IN" sz="1600" dirty="0"/>
            </a:br>
            <a:r>
              <a:rPr lang="en-IN" sz="1600" dirty="0"/>
              <a:t>To use data-driven analysis to understand which patient characteristics are associated with differences in doctor visit frequency.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79258"/>
            <a:ext cx="8571931" cy="46712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Healthcare Providers</a:t>
            </a:r>
            <a:endParaRPr lang="en-IN" sz="1600" dirty="0"/>
          </a:p>
          <a:p>
            <a:pPr lvl="0"/>
            <a:r>
              <a:rPr lang="en-IN" sz="1600" dirty="0"/>
              <a:t>Understand patient visit patterns</a:t>
            </a:r>
          </a:p>
          <a:p>
            <a:pPr lvl="0"/>
            <a:r>
              <a:rPr lang="en-IN" sz="1600" dirty="0"/>
              <a:t>Identify groups with higher healthcare utilization</a:t>
            </a:r>
          </a:p>
          <a:p>
            <a:pPr marL="0" indent="0">
              <a:buNone/>
            </a:pPr>
            <a:r>
              <a:rPr lang="en-IN" sz="1600" b="1" dirty="0"/>
              <a:t>Hospital &amp; Healthcare Administrators</a:t>
            </a:r>
            <a:endParaRPr lang="en-IN" sz="1600" dirty="0"/>
          </a:p>
          <a:p>
            <a:pPr lvl="0"/>
            <a:r>
              <a:rPr lang="en-IN" sz="1600" dirty="0"/>
              <a:t>Support resource and service planning</a:t>
            </a:r>
          </a:p>
          <a:p>
            <a:pPr lvl="0"/>
            <a:r>
              <a:rPr lang="en-IN" sz="1600" dirty="0" err="1"/>
              <a:t>Analyze</a:t>
            </a:r>
            <a:r>
              <a:rPr lang="en-IN" sz="1600" dirty="0"/>
              <a:t> healthcare utilization trends</a:t>
            </a:r>
          </a:p>
          <a:p>
            <a:pPr marL="0" indent="0">
              <a:buNone/>
            </a:pPr>
            <a:r>
              <a:rPr lang="en-IN" sz="1600" b="1" dirty="0"/>
              <a:t>Healthcare Analysts / Data Scientists</a:t>
            </a:r>
            <a:endParaRPr lang="en-IN" sz="1600" dirty="0"/>
          </a:p>
          <a:p>
            <a:pPr lvl="0"/>
            <a:r>
              <a:rPr lang="en-IN" sz="1600" dirty="0"/>
              <a:t>Explore relationships between patient characteristics and visits</a:t>
            </a:r>
          </a:p>
          <a:p>
            <a:pPr lvl="0"/>
            <a:r>
              <a:rPr lang="en-IN" sz="1600" dirty="0"/>
              <a:t>Develop further predictive analytics models</a:t>
            </a:r>
          </a:p>
          <a:p>
            <a:pPr marL="0" indent="0">
              <a:buNone/>
            </a:pPr>
            <a:r>
              <a:rPr lang="en-IN" sz="1600" b="1" dirty="0"/>
              <a:t>Public Health Researchers</a:t>
            </a:r>
            <a:endParaRPr lang="en-IN" sz="1600" dirty="0"/>
          </a:p>
          <a:p>
            <a:pPr lvl="0"/>
            <a:r>
              <a:rPr lang="en-IN" sz="1600" dirty="0"/>
              <a:t>Study healthcare utilization patterns across demographic and health-related factors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6248071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9420" y="554381"/>
            <a:ext cx="7981820" cy="61923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Programming Language</a:t>
            </a:r>
            <a:endParaRPr lang="en-IN" sz="16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Python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Libraries</a:t>
            </a:r>
            <a:endParaRPr lang="en-IN" sz="1600" dirty="0"/>
          </a:p>
          <a:p>
            <a:pPr lvl="0">
              <a:lnSpc>
                <a:spcPct val="100000"/>
              </a:lnSpc>
            </a:pPr>
            <a:r>
              <a:rPr lang="en-IN" sz="1600" b="1" dirty="0"/>
              <a:t>Pandas</a:t>
            </a:r>
            <a:r>
              <a:rPr lang="en-IN" sz="1600" dirty="0"/>
              <a:t> — data loading, cleaning and analysis</a:t>
            </a:r>
          </a:p>
          <a:p>
            <a:pPr lvl="0">
              <a:lnSpc>
                <a:spcPct val="100000"/>
              </a:lnSpc>
            </a:pPr>
            <a:r>
              <a:rPr lang="en-IN" sz="1600" b="1" dirty="0"/>
              <a:t>NumPy</a:t>
            </a:r>
            <a:r>
              <a:rPr lang="en-IN" sz="1600" dirty="0"/>
              <a:t> — numerical operations</a:t>
            </a:r>
          </a:p>
          <a:p>
            <a:pPr lvl="0">
              <a:lnSpc>
                <a:spcPct val="100000"/>
              </a:lnSpc>
            </a:pPr>
            <a:r>
              <a:rPr lang="en-IN" sz="1600" b="1" dirty="0"/>
              <a:t>Matplotlib</a:t>
            </a:r>
            <a:r>
              <a:rPr lang="en-IN" sz="1600" dirty="0"/>
              <a:t> — data visualization</a:t>
            </a:r>
          </a:p>
          <a:p>
            <a:pPr lvl="0">
              <a:lnSpc>
                <a:spcPct val="100000"/>
              </a:lnSpc>
            </a:pPr>
            <a:r>
              <a:rPr lang="en-IN" sz="1600" b="1" dirty="0"/>
              <a:t>Seaborn</a:t>
            </a:r>
            <a:r>
              <a:rPr lang="en-IN" sz="1600" dirty="0"/>
              <a:t> — statistical visualizations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Development Environment</a:t>
            </a:r>
            <a:endParaRPr lang="en-IN" sz="16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Jupyter Notebook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Analysis Techniques</a:t>
            </a:r>
            <a:endParaRPr lang="en-IN" sz="16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Descriptive statistics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Data quality / missing-value analysis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Histograms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Count plots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Box plots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Group-by analysis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IN" sz="1600" dirty="0"/>
              <a:t>	Mean and median comparison</a:t>
            </a:r>
          </a:p>
          <a:p>
            <a:pPr lvl="1"/>
            <a:endParaRPr lang="en-IN" sz="16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7817"/>
            <a:ext cx="5306291" cy="862796"/>
          </a:xfrm>
        </p:spPr>
        <p:txBody>
          <a:bodyPr>
            <a:normAutofit/>
          </a:bodyPr>
          <a:lstStyle/>
          <a:p>
            <a:r>
              <a:rPr lang="en-US" sz="3200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965662"/>
            <a:ext cx="6150672" cy="666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600" dirty="0">
                <a:hlinkClick r:id="rId3"/>
              </a:rPr>
              <a:t>https://github.com/ayushshetty007/Healthcare-Analytics-for-Doctor-Visits</a:t>
            </a:r>
            <a:endParaRPr lang="en-IN" sz="1600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71B070-4363-2BD8-67EB-230B0A2E0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6" y="1698545"/>
            <a:ext cx="5091313" cy="39059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E0F7F6-9E43-E574-CCA6-29A0F6E12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624" y="83403"/>
            <a:ext cx="4870958" cy="33455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1E4EC6-26A7-2E38-0B33-9F39611B3744}"/>
              </a:ext>
            </a:extLst>
          </p:cNvPr>
          <p:cNvSpPr txBox="1"/>
          <p:nvPr/>
        </p:nvSpPr>
        <p:spPr>
          <a:xfrm>
            <a:off x="6573631" y="4211336"/>
            <a:ext cx="39893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latin typeface="+mn-lt"/>
              </a:rPr>
              <a:t>/tmp/ipykernel_587/3709590590.py:2: UserWarning: Ignoring `palette` because no `hue` variable has been assigned.</a:t>
            </a:r>
          </a:p>
          <a:p>
            <a:pPr>
              <a:buNone/>
            </a:pPr>
            <a:r>
              <a:rPr lang="en-IN">
                <a:latin typeface="+mn-lt"/>
              </a:rPr>
              <a:t>  sns.histplot(df['age'], bins=20, kde=True, palette='plasma')</a:t>
            </a:r>
            <a:endParaRPr lang="en-IN">
              <a:latin typeface="Courier New" panose="020703090202050204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3A89E7-33D8-4A00-7852-0B507D04B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731" y="3512403"/>
            <a:ext cx="4305851" cy="334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0E4E-0F03-D8B0-B22A-C14D227D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37C2F8-553D-7093-3807-E68FB528C3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54165" y="6487411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81C8DA2-3CE2-D191-7AC4-968B1CC3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45DFA98-066A-1E30-AEBB-F8869441825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83F1779-9DAF-94A8-C2DB-79E22B6C1EB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25255C0-7B10-2340-3329-13A8A866B781}"/>
              </a:ext>
            </a:extLst>
          </p:cNvPr>
          <p:cNvSpPr txBox="1">
            <a:spLocks/>
          </p:cNvSpPr>
          <p:nvPr/>
        </p:nvSpPr>
        <p:spPr>
          <a:xfrm>
            <a:off x="403527" y="6218420"/>
            <a:ext cx="6370497" cy="666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600" dirty="0">
                <a:hlinkClick r:id="rId3"/>
              </a:rPr>
              <a:t>https://github.com/ayushshetty007/Healthcare-Analytics-for-Doctor-Visits</a:t>
            </a:r>
            <a:endParaRPr lang="en-IN" sz="1600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0D886A-F9C3-F011-2AAD-BB60218E1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211" y="71554"/>
            <a:ext cx="4498089" cy="3553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DEF673-3D7B-E768-7138-D5B1A9F79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737" y="3676449"/>
            <a:ext cx="3875535" cy="3109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205D7A-9426-62A2-0794-3DAE70D62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53" y="1201586"/>
            <a:ext cx="6199644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593</TotalTime>
  <Words>383</Words>
  <Application>Microsoft Office PowerPoint</Application>
  <PresentationFormat>Widescreen</PresentationFormat>
  <Paragraphs>69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Ayush Shetty</cp:lastModifiedBy>
  <cp:revision>74</cp:revision>
  <dcterms:created xsi:type="dcterms:W3CDTF">2021-07-11T13:13:15Z</dcterms:created>
  <dcterms:modified xsi:type="dcterms:W3CDTF">2026-10-01T06:47:31Z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